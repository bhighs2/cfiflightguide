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38" r:id="rId3"/>
    <p:sldId id="428" r:id="rId4"/>
    <p:sldId id="419" r:id="rId5"/>
    <p:sldId id="421" r:id="rId6"/>
    <p:sldId id="420" r:id="rId7"/>
    <p:sldId id="429" r:id="rId8"/>
    <p:sldId id="422" r:id="rId9"/>
    <p:sldId id="430" r:id="rId10"/>
    <p:sldId id="423" r:id="rId11"/>
    <p:sldId id="424" r:id="rId12"/>
    <p:sldId id="425" r:id="rId13"/>
    <p:sldId id="426" r:id="rId14"/>
    <p:sldId id="427" r:id="rId15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6" y="1431236"/>
            <a:ext cx="10534988" cy="4858246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Airplane Flight Controls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u="sng" dirty="0"/>
              <a:t>Primary</a:t>
            </a:r>
            <a:endParaRPr lang="en-US" dirty="0"/>
          </a:p>
          <a:p>
            <a:pPr lvl="3"/>
            <a:r>
              <a:rPr lang="en-US" sz="1700" dirty="0"/>
              <a:t>Ailerons</a:t>
            </a:r>
          </a:p>
          <a:p>
            <a:pPr lvl="3"/>
            <a:r>
              <a:rPr lang="en-US" sz="1700" dirty="0"/>
              <a:t>Elevator</a:t>
            </a:r>
          </a:p>
          <a:p>
            <a:pPr lvl="3"/>
            <a:r>
              <a:rPr lang="en-US" sz="1700" dirty="0"/>
              <a:t>Rudder</a:t>
            </a:r>
          </a:p>
          <a:p>
            <a:pPr marL="1371600" lvl="3" indent="0">
              <a:buNone/>
            </a:pPr>
            <a:endParaRPr lang="en-US" sz="1700" dirty="0"/>
          </a:p>
          <a:p>
            <a:pPr marL="1371600" lvl="3" indent="0">
              <a:buNone/>
            </a:pPr>
            <a:r>
              <a:rPr lang="en-US" sz="1600" u="sng" dirty="0"/>
              <a:t>Secondary</a:t>
            </a:r>
            <a:endParaRPr lang="en-US" sz="1600" dirty="0"/>
          </a:p>
          <a:p>
            <a:pPr lvl="3"/>
            <a:r>
              <a:rPr lang="en-US" sz="1700" dirty="0"/>
              <a:t>Flaps, Leading Edge Devices, Spoilers</a:t>
            </a:r>
          </a:p>
          <a:p>
            <a:pPr marL="1371600" lvl="3" indent="0">
              <a:buNone/>
            </a:pPr>
            <a:endParaRPr lang="en-US" sz="1700" dirty="0"/>
          </a:p>
          <a:p>
            <a:pPr marL="1371600" lvl="3" indent="0">
              <a:buNone/>
            </a:pPr>
            <a:r>
              <a:rPr lang="en-US" sz="1600" u="sng" dirty="0"/>
              <a:t>Trim</a:t>
            </a:r>
            <a:endParaRPr lang="en-US" sz="1600" dirty="0"/>
          </a:p>
          <a:p>
            <a:pPr lvl="3"/>
            <a:r>
              <a:rPr lang="en-US" sz="1700" dirty="0"/>
              <a:t>Moveable , Fixed</a:t>
            </a:r>
          </a:p>
          <a:p>
            <a:pPr marL="1371600" lvl="3" indent="0">
              <a:buNone/>
            </a:pPr>
            <a:endParaRPr lang="en-US" sz="1700" dirty="0"/>
          </a:p>
          <a:p>
            <a:pPr marL="1371600" lvl="3" indent="0">
              <a:buNone/>
            </a:pP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Movement about three axis of rotation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35BF2-7A2F-4EC9-B62A-DECA8FDB3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435" y="875765"/>
            <a:ext cx="6957640" cy="583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Ailerons control roll on the longitudinal axis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7ECE0-86EA-459F-8D25-C71FAD42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629" y="1023937"/>
            <a:ext cx="7588484" cy="5728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6DE075-C02A-4D4F-9FF2-0B2373C85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219" y="1304015"/>
            <a:ext cx="2779975" cy="2124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8B178-6DFF-4A9E-9F48-307699017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030194" y="1304015"/>
            <a:ext cx="1548847" cy="11839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B4BF40-7D7E-4472-8809-3CE9519C0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973497" y="3124862"/>
            <a:ext cx="1548847" cy="48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2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Ailerons control roll on the longitudinal axis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FEDF86-0E83-4E1A-9958-BB38B1A9B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60" y="719530"/>
            <a:ext cx="9644932" cy="572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Movement of Ailerons creates Adverse Yaw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7FBA8-9562-4CFD-A50B-BD46EE76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63" y="757237"/>
            <a:ext cx="7104987" cy="589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22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Elevator</a:t>
            </a:r>
            <a:r>
              <a:rPr lang="en-US" sz="2400" dirty="0"/>
              <a:t> – controls pitch on the laterals axis</a:t>
            </a:r>
            <a:endParaRPr lang="en-US" sz="24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1B93A-82A7-4637-97BA-BE2BA9186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709172"/>
            <a:ext cx="8189843" cy="59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Elevator</a:t>
            </a:r>
            <a:r>
              <a:rPr lang="en-US" sz="2400" dirty="0"/>
              <a:t> – controls pitch on the laterals axis</a:t>
            </a:r>
            <a:endParaRPr lang="en-US" sz="24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D99DA0-FE97-42A7-8E62-A36B4723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03" y="729873"/>
            <a:ext cx="10215007" cy="585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Rudder</a:t>
            </a:r>
            <a:r>
              <a:rPr lang="en-US" sz="2400" dirty="0"/>
              <a:t> – controls yaw on the vertical</a:t>
            </a:r>
            <a:endParaRPr lang="en-US" sz="24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52F3EC-B6D0-4C45-B4CE-04930B24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794" y="862812"/>
            <a:ext cx="5756910" cy="567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5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9793"/>
            <a:ext cx="667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Rudder</a:t>
            </a:r>
            <a:r>
              <a:rPr lang="en-US" sz="2400" dirty="0"/>
              <a:t> – controls yaw on the vertical</a:t>
            </a:r>
            <a:endParaRPr lang="en-US" sz="24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92680-0E12-424B-8884-0F1EE27C3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9" y="773831"/>
            <a:ext cx="9796007" cy="586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1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1842"/>
            <a:ext cx="9533614" cy="860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Secondary Controls – FLAPS</a:t>
            </a:r>
          </a:p>
          <a:p>
            <a:r>
              <a:rPr lang="en-US" sz="2400" dirty="0"/>
              <a:t>- </a:t>
            </a:r>
            <a:r>
              <a:rPr lang="en-US" dirty="0"/>
              <a:t>Attached to the trailing edge of the wing, increase both lift &amp; induced drag for any given AOA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ADACC-7035-4D43-9A52-EF38EB7B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95" y="1310683"/>
            <a:ext cx="5035184" cy="5113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240B10-23E9-4474-A520-CACC711FF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12" y="1310683"/>
            <a:ext cx="5070693" cy="51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5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1842"/>
            <a:ext cx="9533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Secondary Controls – Leading Edge Devices</a:t>
            </a:r>
          </a:p>
          <a:p>
            <a:r>
              <a:rPr lang="en-US" sz="2400" dirty="0"/>
              <a:t>- </a:t>
            </a:r>
            <a:r>
              <a:rPr lang="en-US" dirty="0"/>
              <a:t>Applied to the leading edge of the wing to direct airflow and/or increase camber of the wing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6067E-163F-4C75-A538-530F444E1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25" y="1749287"/>
            <a:ext cx="5483575" cy="4106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1E66F-9A88-4EB1-B08D-79766F73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215" y="1749287"/>
            <a:ext cx="4668697" cy="410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1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1842"/>
            <a:ext cx="9939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Secondary Controls – Spoilers</a:t>
            </a:r>
          </a:p>
          <a:p>
            <a:r>
              <a:rPr lang="en-US" sz="2400" dirty="0"/>
              <a:t>- </a:t>
            </a:r>
            <a:r>
              <a:rPr lang="en-US" dirty="0"/>
              <a:t>High drag devices deployed from the wings to spoil smooth airflow, reducing lift and increasing drag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DAB666-158A-4F7C-88AD-431531B51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32" y="1163829"/>
            <a:ext cx="8326135" cy="545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46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1842"/>
            <a:ext cx="9939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Trim Controls – Movable Trim Tab</a:t>
            </a:r>
          </a:p>
          <a:p>
            <a:r>
              <a:rPr lang="en-US" sz="2400" dirty="0"/>
              <a:t>- </a:t>
            </a:r>
            <a:r>
              <a:rPr lang="en-US" dirty="0"/>
              <a:t>On small aircraft, attached to trailing edge of the elevator or rudder, manually operated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89B01C-E33C-4680-A192-EF816652F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43" y="2416489"/>
            <a:ext cx="5780757" cy="33554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E09C29-C930-4EDB-90DB-1D2227949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22" y="2437859"/>
            <a:ext cx="5780757" cy="331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77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755374" y="141842"/>
            <a:ext cx="9939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Trim Controls – Ground Adjustable Trim Tab</a:t>
            </a:r>
          </a:p>
          <a:p>
            <a:r>
              <a:rPr lang="en-US" sz="2400" dirty="0"/>
              <a:t>- </a:t>
            </a:r>
            <a:r>
              <a:rPr lang="en-US" dirty="0"/>
              <a:t>On small aircraft, attached to trailing edge of the rudder, ground adjusted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275A62-2FB2-4F0F-9FCC-B4C4221B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676" y="1039258"/>
            <a:ext cx="724852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15957</TotalTime>
  <Words>193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Randy Coulson</cp:lastModifiedBy>
  <cp:revision>103</cp:revision>
  <cp:lastPrinted>2019-02-11T17:54:23Z</cp:lastPrinted>
  <dcterms:created xsi:type="dcterms:W3CDTF">2019-02-02T21:35:12Z</dcterms:created>
  <dcterms:modified xsi:type="dcterms:W3CDTF">2019-02-25T01:55:06Z</dcterms:modified>
</cp:coreProperties>
</file>